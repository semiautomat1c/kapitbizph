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confidence. Say the project name and the one-liner, then move fast to the hook. Do NOT read the chips aloud — they are there to signal you prepared for the random draw.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default hooks — swap for your drawn area:
• Resilience (BCP Buddy): an MSME wiped out by a storm with no continuity plan.
• Circular agri (BanaLoop): a banana grower dumping pseudostems that a fiber maker would pay for.
• Waste (Palengke Loop): market vendors' rotting waste vs a BSF operator short on feedstock.
• Aquaculture (BantayPond): a fishpond die-off from a pH crash caught too late.
Keep it to 20 seconds, one person, one place.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Quantify the cost — a number here is what makes the impact slide land later. If you don't have a real figure, use a credible estimate and say it's an estimate.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your strongest structural point: you have a real, verified app, not a mockup. The four arrows tell judges you finished something. Demo it next.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Rehearse this until it is boring. Have a screenshot fallback on the slide in case wifi or the laptop fails — the localStorage app runs offline, so prefer the live run. One person clicks, one talks.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Defaults: BanaLoop = pseudostem → fiber maker → income → barangay cluster. Palengke Loop = market waste → BSF operator → feed/fertilizer → market office. BantayPond = mortality risk → early alert → protected stock → co-op. BCP Buddy = disaster risk → 10-min plan → faster recovery → Negosyo Center. Avoid vague 'save the environment' language.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Wadhwani/Chamber judges care about income and jobs. Frame revenue as 'more predictable earnings for local producers,' not just 'digitalization.'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small, concrete pilot beats a grand rollout plan. Name the actual barangay/market you'd start with if you can.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impact number growing in the live demo, then land it here. One number, huge. Do not crowd this slide with secondary metrics.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the main pitch on the ask, then invite questions. Be specific about the pilot partner if you already have one in mind.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Whoever handles Q&amp;A should hold the printed one-pager version of this (planning/2026-07-11-judge-qa-onepager). Answer the question asked, give the local user + number, then stop talking.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Leave this up during Q&amp;A. Have your contact ready — partners who like it will want to reach you.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3D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7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CHALLENGE 2026  ·  DAVAO DEL NORTE MSME DEVELOPMENT WEEK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192024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 Your Project Name ]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566928" y="32461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One line: what it does · for whom · in Tagum ]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5029200"/>
            <a:ext cx="1993392" cy="384048"/>
          </a:xfrm>
          <a:prstGeom prst="roundRect">
            <a:avLst>
              <a:gd name="adj" fmla="val 50000"/>
            </a:avLst>
          </a:prstGeom>
          <a:solidFill>
            <a:srgbClr val="16452A"/>
          </a:solidFill>
          <a:ln w="12700">
            <a:solidFill>
              <a:srgbClr val="17813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5029200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9CB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Circular Agriculture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06624" y="5029200"/>
            <a:ext cx="1455725" cy="384048"/>
          </a:xfrm>
          <a:prstGeom prst="roundRect">
            <a:avLst>
              <a:gd name="adj" fmla="val 50000"/>
            </a:avLst>
          </a:prstGeom>
          <a:solidFill>
            <a:srgbClr val="16452A"/>
          </a:solidFill>
          <a:ln w="12700">
            <a:solidFill>
              <a:srgbClr val="17813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06624" y="5029200"/>
            <a:ext cx="145572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9CB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Waste-to-Value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26941" y="5029200"/>
            <a:ext cx="2262226" cy="384048"/>
          </a:xfrm>
          <a:prstGeom prst="roundRect">
            <a:avLst>
              <a:gd name="adj" fmla="val 50000"/>
            </a:avLst>
          </a:prstGeom>
          <a:solidFill>
            <a:srgbClr val="16452A"/>
          </a:solidFill>
          <a:ln w="12700">
            <a:solidFill>
              <a:srgbClr val="17813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26941" y="5029200"/>
            <a:ext cx="226222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9CB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Aquaculture &amp; Fisheries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753758" y="5029200"/>
            <a:ext cx="1903781" cy="384048"/>
          </a:xfrm>
          <a:prstGeom prst="roundRect">
            <a:avLst>
              <a:gd name="adj" fmla="val 50000"/>
            </a:avLst>
          </a:prstGeom>
          <a:solidFill>
            <a:srgbClr val="16452A"/>
          </a:solidFill>
          <a:ln w="12700">
            <a:solidFill>
              <a:srgbClr val="17813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53758" y="5029200"/>
            <a:ext cx="190378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9CB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Resilience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66928" y="55321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CB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area drawn by lot at orientation — this deck is ready for all four.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6172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[ Name ]  ·  [ School / University ]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A6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THE HOOK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527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 with one real Tagum story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1106424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5875">
            <a:solidFill>
              <a:srgbClr val="97BC6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8288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1463040" y="2240280"/>
            <a:ext cx="9601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1527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 One specific person, one specific loss. e.g. “Aling Nena reopened three weeks after the flood because she had no plan and no backup cash.” ]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48640" y="46634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story: judges remember a face, not a statistic. Name the barangay. Make it someone in the room could know.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A6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527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suffers, and what it costs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39496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1945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78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2606040"/>
            <a:ext cx="4754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52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Your first user — be specific. A sari-sari owner? A banana aggregator near Tagum? A backyard fishpond operator? ]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217920" y="1965960"/>
            <a:ext cx="5394960" cy="3108960"/>
          </a:xfrm>
          <a:prstGeom prst="roundRect">
            <a:avLst>
              <a:gd name="adj" fmla="val 2941"/>
            </a:avLst>
          </a:prstGeom>
          <a:solidFill>
            <a:srgbClr val="FBF3DC"/>
          </a:solidFill>
          <a:ln w="12700">
            <a:solidFill>
              <a:srgbClr val="8A6B1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37960" y="21945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A6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COSTS TODAY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37960" y="2606040"/>
            <a:ext cx="4754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52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Put a number on the pain. ₱ lost per month? kg wasted? days closed after a disaster? % fish mortality? ]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48640" y="53492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frame: “Existing tools serve Manila consumers, large firms, or ₱50k budgets — none reach this user in Tagum.”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A6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THE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527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working loop — not five half-features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2697480" cy="274320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77340" y="2468880"/>
            <a:ext cx="640080" cy="640080"/>
          </a:xfrm>
          <a:prstGeom prst="ellipse">
            <a:avLst/>
          </a:prstGeom>
          <a:solidFill>
            <a:srgbClr val="17813F"/>
          </a:solidFill>
          <a:ln/>
        </p:spPr>
      </p:sp>
      <p:sp>
        <p:nvSpPr>
          <p:cNvPr id="6" name="Text 4"/>
          <p:cNvSpPr/>
          <p:nvPr/>
        </p:nvSpPr>
        <p:spPr>
          <a:xfrm>
            <a:off x="1577340" y="2468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85800" y="324612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527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 or upload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31520" y="379476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user submits something real — a form, a photo, a reading.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401568" y="2194560"/>
            <a:ext cx="2697480" cy="274320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30268" y="2468880"/>
            <a:ext cx="640080" cy="640080"/>
          </a:xfrm>
          <a:prstGeom prst="ellipse">
            <a:avLst/>
          </a:prstGeom>
          <a:solidFill>
            <a:srgbClr val="17813F"/>
          </a:solidFill>
          <a:ln/>
        </p:spPr>
      </p:sp>
      <p:sp>
        <p:nvSpPr>
          <p:cNvPr id="11" name="Text 9"/>
          <p:cNvSpPr/>
          <p:nvPr/>
        </p:nvSpPr>
        <p:spPr>
          <a:xfrm>
            <a:off x="4430268" y="2468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538728" y="324612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527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 a practical answer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584448" y="379476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 returns a decision they can act on immediately.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54496" y="2194560"/>
            <a:ext cx="2697480" cy="274320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283196" y="2468880"/>
            <a:ext cx="640080" cy="640080"/>
          </a:xfrm>
          <a:prstGeom prst="ellipse">
            <a:avLst/>
          </a:prstGeom>
          <a:solidFill>
            <a:srgbClr val="17813F"/>
          </a:solidFill>
          <a:ln/>
        </p:spPr>
      </p:sp>
      <p:sp>
        <p:nvSpPr>
          <p:cNvPr id="16" name="Text 14"/>
          <p:cNvSpPr/>
          <p:nvPr/>
        </p:nvSpPr>
        <p:spPr>
          <a:xfrm>
            <a:off x="7283196" y="2468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391656" y="324612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527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Save / export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437376" y="379476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is stored, or exported as a printable one-page report.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107424" y="2194560"/>
            <a:ext cx="2697480" cy="274320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136124" y="2468880"/>
            <a:ext cx="640080" cy="640080"/>
          </a:xfrm>
          <a:prstGeom prst="ellipse">
            <a:avLst/>
          </a:prstGeom>
          <a:solidFill>
            <a:srgbClr val="17813F"/>
          </a:solidFill>
          <a:ln/>
        </p:spPr>
      </p:sp>
      <p:sp>
        <p:nvSpPr>
          <p:cNvPr id="21" name="Text 19"/>
          <p:cNvSpPr/>
          <p:nvPr/>
        </p:nvSpPr>
        <p:spPr>
          <a:xfrm>
            <a:off x="10136124" y="2468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9244584" y="324612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527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 the impact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9290304" y="379476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dashboard counts one quantified metric that grows.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8640" y="52120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178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engine is already built and working — we swap the middle for the drawn area, and the rest is done.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A6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LIVE DEMO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527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Show the loop, live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7680960" cy="4114800"/>
          </a:xfrm>
          <a:prstGeom prst="roundRect">
            <a:avLst>
              <a:gd name="adj" fmla="val 2222"/>
            </a:avLst>
          </a:prstGeom>
          <a:solidFill>
            <a:srgbClr val="E9EFE6"/>
          </a:solidFill>
          <a:ln w="15875">
            <a:solidFill>
              <a:srgbClr val="97BC6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6576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A6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 a screenshot or run the app live ]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595360" y="2194560"/>
            <a:ext cx="457200" cy="457200"/>
          </a:xfrm>
          <a:prstGeom prst="ellipse">
            <a:avLst/>
          </a:prstGeom>
          <a:solidFill>
            <a:srgbClr val="17813F"/>
          </a:solidFill>
          <a:ln/>
        </p:spPr>
      </p:sp>
      <p:sp>
        <p:nvSpPr>
          <p:cNvPr id="7" name="Text 5"/>
          <p:cNvSpPr/>
          <p:nvPr/>
        </p:nvSpPr>
        <p:spPr>
          <a:xfrm>
            <a:off x="859536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89720" y="21945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2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a real Tagum input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595360" y="3154680"/>
            <a:ext cx="457200" cy="45720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0" name="Text 8"/>
          <p:cNvSpPr/>
          <p:nvPr/>
        </p:nvSpPr>
        <p:spPr>
          <a:xfrm>
            <a:off x="859536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9189720" y="31546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2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the practical answer on screen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595360" y="4114800"/>
            <a:ext cx="457200" cy="457200"/>
          </a:xfrm>
          <a:prstGeom prst="ellipse">
            <a:avLst/>
          </a:prstGeom>
          <a:solidFill>
            <a:srgbClr val="17813F"/>
          </a:solidFill>
          <a:ln/>
        </p:spPr>
      </p:sp>
      <p:sp>
        <p:nvSpPr>
          <p:cNvPr id="13" name="Text 11"/>
          <p:cNvSpPr/>
          <p:nvPr/>
        </p:nvSpPr>
        <p:spPr>
          <a:xfrm>
            <a:off x="859536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9189720" y="41148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2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it — impact number ticks up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595360" y="5074920"/>
            <a:ext cx="457200" cy="45720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6" name="Text 14"/>
          <p:cNvSpPr/>
          <p:nvPr/>
        </p:nvSpPr>
        <p:spPr>
          <a:xfrm>
            <a:off x="8595360" y="5074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9189720" y="50749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2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the one-page report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3D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7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THE CIRCULAR / RESILIENCE ANGLE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is a circular loop, not just an app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468880"/>
            <a:ext cx="2514600" cy="1737360"/>
          </a:xfrm>
          <a:prstGeom prst="roundRect">
            <a:avLst>
              <a:gd name="adj" fmla="val 5263"/>
            </a:avLst>
          </a:prstGeom>
          <a:solidFill>
            <a:srgbClr val="16452A"/>
          </a:solidFill>
          <a:ln w="12700">
            <a:solidFill>
              <a:srgbClr val="17813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269748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79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Named waste / risk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33832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B9CB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the specific stream ]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044952" y="2468880"/>
            <a:ext cx="38404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447288" y="2468880"/>
            <a:ext cx="2514600" cy="1737360"/>
          </a:xfrm>
          <a:prstGeom prst="roundRect">
            <a:avLst>
              <a:gd name="adj" fmla="val 5263"/>
            </a:avLst>
          </a:prstGeom>
          <a:solidFill>
            <a:srgbClr val="16452A"/>
          </a:solidFill>
          <a:ln w="12700">
            <a:solidFill>
              <a:srgbClr val="17813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84448" y="269748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79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Conversion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584448" y="33832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B9CB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who transforms it ]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943600" y="2468880"/>
            <a:ext cx="38404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6345936" y="2468880"/>
            <a:ext cx="2514600" cy="1737360"/>
          </a:xfrm>
          <a:prstGeom prst="roundRect">
            <a:avLst>
              <a:gd name="adj" fmla="val 5263"/>
            </a:avLst>
          </a:prstGeom>
          <a:solidFill>
            <a:srgbClr val="16452A"/>
          </a:solidFill>
          <a:ln w="12700">
            <a:solidFill>
              <a:srgbClr val="17813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83096" y="269748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79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Value created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83096" y="33832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B9CB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income / savings ]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842248" y="2468880"/>
            <a:ext cx="38404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9244584" y="2468880"/>
            <a:ext cx="2514600" cy="1737360"/>
          </a:xfrm>
          <a:prstGeom prst="roundRect">
            <a:avLst>
              <a:gd name="adj" fmla="val 5263"/>
            </a:avLst>
          </a:prstGeom>
          <a:solidFill>
            <a:srgbClr val="16452A"/>
          </a:solidFill>
          <a:ln w="12700">
            <a:solidFill>
              <a:srgbClr val="17813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81744" y="269748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79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 into Tagum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381744" y="33832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B9CB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pilot partner ]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46634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Circulab funds named value chains — say the stream, the converter, and the pilot partner out loud.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48640" y="52120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9CB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with the 2026 theme: “Building resilient and future-ready MSMEs.”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A6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·  BUSINESS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527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pays, and how much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361188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5875">
            <a:solidFill>
              <a:srgbClr val="17813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286000"/>
            <a:ext cx="548640" cy="548640"/>
          </a:xfrm>
          <a:prstGeom prst="ellipse">
            <a:avLst/>
          </a:prstGeom>
          <a:solidFill>
            <a:srgbClr val="17813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₱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301752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27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user / MSME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361188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fee or commission once it saves them money or time.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79976" y="2011680"/>
            <a:ext cx="361188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5875">
            <a:solidFill>
              <a:srgbClr val="8A6B1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54296" y="2286000"/>
            <a:ext cx="548640" cy="548640"/>
          </a:xfrm>
          <a:prstGeom prst="ellipse">
            <a:avLst/>
          </a:prstGeom>
          <a:solidFill>
            <a:srgbClr val="8A6B14"/>
          </a:solidFill>
          <a:ln/>
        </p:spPr>
      </p:sp>
      <p:sp>
        <p:nvSpPr>
          <p:cNvPr id="11" name="Text 9"/>
          <p:cNvSpPr/>
          <p:nvPr/>
        </p:nvSpPr>
        <p:spPr>
          <a:xfrm>
            <a:off x="4654296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₱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654296" y="301752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27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LGU / partner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654296" y="361188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Negosyo Center, TCBIC, or a co-op sponsors onboarding &amp; deployment.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211312" y="2011680"/>
            <a:ext cx="361188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5875">
            <a:solidFill>
              <a:srgbClr val="3C6E7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85632" y="2286000"/>
            <a:ext cx="548640" cy="548640"/>
          </a:xfrm>
          <a:prstGeom prst="ellipse">
            <a:avLst/>
          </a:prstGeom>
          <a:solidFill>
            <a:srgbClr val="3C6E71"/>
          </a:solidFill>
          <a:ln/>
        </p:spPr>
      </p:sp>
      <p:sp>
        <p:nvSpPr>
          <p:cNvPr id="16" name="Text 14"/>
          <p:cNvSpPr/>
          <p:nvPr/>
        </p:nvSpPr>
        <p:spPr>
          <a:xfrm>
            <a:off x="8485632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₱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485632" y="301752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27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Grant / accelerator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485632" y="361188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Circulab pilot funding (up to ₱1.3M) or incubator backing to scale.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" y="52120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ONE as primary for the pitch. Judges distrust “everyone pays a little.”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A6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·  30-DAY TAGUM PILOT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527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can prove in one month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548640" y="2057400"/>
            <a:ext cx="3611880" cy="2834640"/>
          </a:xfrm>
          <a:prstGeom prst="roundRect">
            <a:avLst>
              <a:gd name="adj" fmla="val 3226"/>
            </a:avLst>
          </a:prstGeom>
          <a:solidFill>
            <a:srgbClr val="E9EFE6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2860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81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288036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2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 1 cluster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347472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barangay, market, or co-op via Negosyo Center.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79976" y="2057400"/>
            <a:ext cx="3611880" cy="2834640"/>
          </a:xfrm>
          <a:prstGeom prst="roundRect">
            <a:avLst>
              <a:gd name="adj" fmla="val 3226"/>
            </a:avLst>
          </a:prstGeom>
          <a:solidFill>
            <a:srgbClr val="E9EFE6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54296" y="22860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81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2–3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654296" y="288036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2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loop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654296" y="347472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users log real entries; we watch the metric move.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211312" y="2057400"/>
            <a:ext cx="3611880" cy="2834640"/>
          </a:xfrm>
          <a:prstGeom prst="roundRect">
            <a:avLst>
              <a:gd name="adj" fmla="val 3226"/>
            </a:avLst>
          </a:prstGeom>
          <a:solidFill>
            <a:srgbClr val="E9EFE6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85632" y="22860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81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4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485632" y="288036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2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&amp; report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485632" y="347472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quantified result + testimonials for the partner.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52578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“We only need one barangay cluster and one partner onboarding session.” — keep the ask small and believable.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3D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7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·  IMPACT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number that matters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2011680"/>
            <a:ext cx="11064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0" b="1" dirty="0">
                <a:solidFill>
                  <a:srgbClr val="C79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 XX ]</a:t>
            </a:r>
            <a:endParaRPr lang="en-US" sz="13000" dirty="0"/>
          </a:p>
        </p:txBody>
      </p:sp>
      <p:sp>
        <p:nvSpPr>
          <p:cNvPr id="5" name="Text 3"/>
          <p:cNvSpPr/>
          <p:nvPr/>
        </p:nvSpPr>
        <p:spPr>
          <a:xfrm>
            <a:off x="548640" y="37947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your unit — kg diverted · MSMEs prepared · ₱ income · % mortality cut ]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188720" y="4937760"/>
            <a:ext cx="2377440" cy="640080"/>
          </a:xfrm>
          <a:prstGeom prst="roundRect">
            <a:avLst>
              <a:gd name="adj" fmla="val 17143"/>
            </a:avLst>
          </a:prstGeom>
          <a:solidFill>
            <a:srgbClr val="16452A"/>
          </a:solidFill>
          <a:ln w="12700">
            <a:solidFill>
              <a:srgbClr val="17813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88720" y="49377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9CB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kg waste diverted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703320" y="4937760"/>
            <a:ext cx="2377440" cy="640080"/>
          </a:xfrm>
          <a:prstGeom prst="roundRect">
            <a:avLst>
              <a:gd name="adj" fmla="val 17143"/>
            </a:avLst>
          </a:prstGeom>
          <a:solidFill>
            <a:srgbClr val="16452A"/>
          </a:solidFill>
          <a:ln w="12700">
            <a:solidFill>
              <a:srgbClr val="17813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03320" y="49377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9CB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MSMEs prepared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4937760"/>
            <a:ext cx="2377440" cy="640080"/>
          </a:xfrm>
          <a:prstGeom prst="roundRect">
            <a:avLst>
              <a:gd name="adj" fmla="val 17143"/>
            </a:avLst>
          </a:prstGeom>
          <a:solidFill>
            <a:srgbClr val="16452A"/>
          </a:solidFill>
          <a:ln w="12700">
            <a:solidFill>
              <a:srgbClr val="17813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0" y="49377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9CB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₱ income unlocked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732520" y="4937760"/>
            <a:ext cx="2377440" cy="640080"/>
          </a:xfrm>
          <a:prstGeom prst="roundRect">
            <a:avLst>
              <a:gd name="adj" fmla="val 17143"/>
            </a:avLst>
          </a:prstGeom>
          <a:solidFill>
            <a:srgbClr val="16452A"/>
          </a:solidFill>
          <a:ln w="12700">
            <a:solidFill>
              <a:srgbClr val="17813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732520" y="49377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9CB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mortality reduced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A6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·  THE ASK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527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need to go from demo to pilot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85800" y="2148840"/>
            <a:ext cx="685800" cy="685800"/>
          </a:xfrm>
          <a:prstGeom prst="ellipse">
            <a:avLst/>
          </a:prstGeom>
          <a:solidFill>
            <a:srgbClr val="8A6B14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21488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600200" y="214884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27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Pilot partner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754880" y="214884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Negosyo Center, LGU office, market, or co-op to host the 30-day run.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85800" y="3383280"/>
            <a:ext cx="685800" cy="685800"/>
          </a:xfrm>
          <a:prstGeom prst="ellipse">
            <a:avLst/>
          </a:prstGeom>
          <a:solidFill>
            <a:srgbClr val="17813F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33832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600200" y="338328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27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&amp; access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754880" y="338328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Introductions to the first users and any baseline data we need.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85800" y="4617720"/>
            <a:ext cx="685800" cy="685800"/>
          </a:xfrm>
          <a:prstGeom prst="ellipse">
            <a:avLst/>
          </a:prstGeom>
          <a:solidFill>
            <a:srgbClr val="17813F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46177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600200" y="461772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27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Onboarding support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754880" y="461772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running one training session to get the first cluster live.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335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7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 ·  JUDGE Q&amp;A — QUICK ANSWERS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 in one breath, then stop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86400" cy="1234440"/>
          </a:xfrm>
          <a:prstGeom prst="roundRect">
            <a:avLst>
              <a:gd name="adj" fmla="val 5926"/>
            </a:avLst>
          </a:prstGeom>
          <a:solidFill>
            <a:srgbClr val="1B4429"/>
          </a:solidFill>
          <a:ln w="12700">
            <a:solidFill>
              <a:srgbClr val="17813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9202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7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Who is your first user?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233172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named person/segment in Tagum — not “everyone.”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355080" y="1783080"/>
            <a:ext cx="5486400" cy="1234440"/>
          </a:xfrm>
          <a:prstGeom prst="roundRect">
            <a:avLst>
              <a:gd name="adj" fmla="val 5926"/>
            </a:avLst>
          </a:prstGeom>
          <a:solidFill>
            <a:srgbClr val="1B4429"/>
          </a:solidFill>
          <a:ln w="12700">
            <a:solidFill>
              <a:srgbClr val="17813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0" y="19202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7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Why not the manual way?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583680" y="233172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Faster, cheaper, or catches what they miss today.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200400"/>
            <a:ext cx="5486400" cy="1234440"/>
          </a:xfrm>
          <a:prstGeom prst="roundRect">
            <a:avLst>
              <a:gd name="adj" fmla="val 5926"/>
            </a:avLst>
          </a:prstGeom>
          <a:solidFill>
            <a:srgbClr val="1B4429"/>
          </a:solidFill>
          <a:ln w="12700">
            <a:solidFill>
              <a:srgbClr val="17813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33756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7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Who pays, how much?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77240" y="374904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ONE payer + a rough figure.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355080" y="3200400"/>
            <a:ext cx="5486400" cy="1234440"/>
          </a:xfrm>
          <a:prstGeom prst="roundRect">
            <a:avLst>
              <a:gd name="adj" fmla="val 5926"/>
            </a:avLst>
          </a:prstGeom>
          <a:solidFill>
            <a:srgbClr val="1B4429"/>
          </a:solidFill>
          <a:ln w="12700">
            <a:solidFill>
              <a:srgbClr val="17813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0" y="333756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7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Doesn’t this already exist?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83680" y="374904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for Manila/big firms. Our edge is distribution: Taglish, offline, free, Negosyo-Center pilot.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617720"/>
            <a:ext cx="5486400" cy="1234440"/>
          </a:xfrm>
          <a:prstGeom prst="roundRect">
            <a:avLst>
              <a:gd name="adj" fmla="val 5926"/>
            </a:avLst>
          </a:prstGeom>
          <a:solidFill>
            <a:srgbClr val="1B4429"/>
          </a:solidFill>
          <a:ln w="12700">
            <a:solidFill>
              <a:srgbClr val="17813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475488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7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What works offline?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77240" y="516636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loop runs on-device; syncs when back online.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355080" y="4617720"/>
            <a:ext cx="5486400" cy="1234440"/>
          </a:xfrm>
          <a:prstGeom prst="roundRect">
            <a:avLst>
              <a:gd name="adj" fmla="val 5926"/>
            </a:avLst>
          </a:prstGeom>
          <a:solidFill>
            <a:srgbClr val="1B4429"/>
          </a:solidFill>
          <a:ln w="12700">
            <a:solidFill>
              <a:srgbClr val="17813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0" y="475488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7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What makes it circular?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583680" y="516636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waste → converter → value → back to Tagum.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3D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19456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Salamat!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548640" y="35661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Your Project Name ]  ·  turning a Tagum problem into income and resilience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4572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9CB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[ Name ]   ·   [ email / contact ]   ·   Hackathon Challenge 2026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Hackathon Challenge 2026 team</dc:creator>
  <cp:lastModifiedBy>Hackathon Challenge 2026 team</cp:lastModifiedBy>
  <cp:revision>1</cp:revision>
  <dcterms:created xsi:type="dcterms:W3CDTF">2026-07-10T20:57:39Z</dcterms:created>
  <dcterms:modified xsi:type="dcterms:W3CDTF">2026-07-10T20:57:39Z</dcterms:modified>
</cp:coreProperties>
</file>