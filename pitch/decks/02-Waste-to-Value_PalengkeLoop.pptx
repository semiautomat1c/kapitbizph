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project name and the one-liner, then move straight to the hook. Fill team + school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sample story — swap in a real one from your interviews if you have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cost figure with a real number from your research if you can — it makes the impact slide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structural point: you have a real, verified app. Demo it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until boring. The app runs offline (localStorage) — prefer the live run, keep a screenshot as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vague 'save the environment' language — name the stream, converter, and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primary payer above. Frame revenue as income for local producers, not 'digitalization.'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actual barangay/market you'd start with if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30-day pilot target. Show the live app number growing in the demo, then land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ask,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the printed judge-qa-onepager.md during Q&amp;A. Answer the question, give a local user + number, then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up during Q&amp;A. Fill your contact so interested partners can reach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CHALLENGE 2026  ·  WASTE-TO-VALUE INNOVATIONS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Palengke Loop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66928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Tagum public-market food waste to black soldier fly operators — turning rot into feed and fertilizer.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area: Waste-to-Value Innovations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 Name ]  ·  [ School / University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HOOK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one real Tagum story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463040" y="22402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Tagum market throws out ~400 kg of spoiled produce a week — while a BSF operator drives to Davao for feedstock.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someone in the room could know. Name the barangay. Keep it to 20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suffers, and what it costs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vendors with full waste bins, and BSF / compost operators short on feedstock.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BF3DC"/>
          </a:solidFill>
          <a:ln w="12700">
            <a:solidFill>
              <a:srgbClr val="8A6B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kilos to landfill weekly; operators pay to truck feedstock in from outside the city.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serve Manila consumers, large firms, or ₱50k budgets — none reach this user in Tagum.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working loop — not five half-features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or upload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submits something real — a form, a photo, a reading.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1568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0268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1" name="Text 9"/>
          <p:cNvSpPr/>
          <p:nvPr/>
        </p:nvSpPr>
        <p:spPr>
          <a:xfrm>
            <a:off x="443026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38728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practical answer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84448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returns a decision they can act on immediately.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4496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83196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6" name="Text 14"/>
          <p:cNvSpPr/>
          <p:nvPr/>
        </p:nvSpPr>
        <p:spPr>
          <a:xfrm>
            <a:off x="728319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1656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/ export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37376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stored, or exported as a printable one-page report.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07424" y="219456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36124" y="2468880"/>
            <a:ext cx="640080" cy="64008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21" name="Text 19"/>
          <p:cNvSpPr/>
          <p:nvPr/>
        </p:nvSpPr>
        <p:spPr>
          <a:xfrm>
            <a:off x="1013612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44584" y="32461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impact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90304" y="3794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counts one quantified metric that grows.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engine is already built and working — we swap the middle for Palengke Loop, and the rest is done.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loop, live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7680960" cy="4114800"/>
          </a:xfrm>
          <a:prstGeom prst="roundRect">
            <a:avLst>
              <a:gd name="adj" fmla="val 2222"/>
            </a:avLst>
          </a:prstGeom>
          <a:solidFill>
            <a:srgbClr val="E9EFE6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 screenshot of Palengke Loop or run it live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95360" y="2194560"/>
            <a:ext cx="457200" cy="4572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897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real Tagum input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0" y="31546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8972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practical answer on screen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4114800"/>
            <a:ext cx="457200" cy="4572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89720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— impact number ticks 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5360" y="50749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5074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one-page report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CIRCULAR / RESILIENCE ANGLE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loop, not just an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food waste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named stream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44952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47288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BSF operator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84448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+ fertilizer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83096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48" y="2468880"/>
            <a:ext cx="3840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244584" y="246888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office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81744" y="3474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funds named value chains — say the stream, the converter, and the pilot partner out loud.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the 2026 theme: “Building resilient and future-ready MSMEs.”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and how much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1781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user / MSME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fee or commission once it saves them money or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9976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8A6B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2286000"/>
            <a:ext cx="548640" cy="548640"/>
          </a:xfrm>
          <a:prstGeom prst="ellipse">
            <a:avLst/>
          </a:prstGeom>
          <a:solidFill>
            <a:srgbClr val="8A6B14"/>
          </a:solidFill>
          <a:ln/>
        </p:spPr>
      </p:sp>
      <p:sp>
        <p:nvSpPr>
          <p:cNvPr id="11" name="Text 9"/>
          <p:cNvSpPr/>
          <p:nvPr/>
        </p:nvSpPr>
        <p:spPr>
          <a:xfrm>
            <a:off x="465429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54296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LGU / partner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54296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Negosyo Center, TCBIC, or a co-op sponsors onboarding &amp; deployment.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11312" y="2011680"/>
            <a:ext cx="36118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3C6E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5632" y="2286000"/>
            <a:ext cx="548640" cy="548640"/>
          </a:xfrm>
          <a:prstGeom prst="ellipse">
            <a:avLst/>
          </a:prstGeom>
          <a:solidFill>
            <a:srgbClr val="3C6E71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85632" y="3017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/ accelerator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5632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Circulab pilot funding (up to ₱1.3M) or incubator backing to scale.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78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payer: the LGU market office / BSF operator sponsors routing; feed + fertilizer is the revenue.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30-DAY TAGUM PILOT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prove in one month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 cluster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barangay, market, or co-op via the pilot partner.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9976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2–3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54296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loop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4296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log real entries; we watch the metric move.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11312" y="205740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E9EFE6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8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85632" y="2880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report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85632" y="34747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quantified result + testimonials for the partner.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only need one cluster and one partner onboarding session.” — keep the ask small and believable.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that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C7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412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market waste routed / week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8A6B14"/>
          </a:solidFill>
          <a:ln w="12700">
            <a:solidFill>
              <a:srgbClr val="C79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waste diverted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33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prepared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 income unlocked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32520" y="4937760"/>
            <a:ext cx="2377440" cy="640080"/>
          </a:xfrm>
          <a:prstGeom prst="roundRect">
            <a:avLst>
              <a:gd name="adj" fmla="val 17143"/>
            </a:avLst>
          </a:prstGeom>
          <a:solidFill>
            <a:srgbClr val="16452A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mortality reduced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go from demo to pilot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685800" cy="685800"/>
          </a:xfrm>
          <a:prstGeom prst="ellipse">
            <a:avLst/>
          </a:prstGeom>
          <a:solidFill>
            <a:srgbClr val="8A6B1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partner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21488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Negosyo Center, LGU office, market, or co-op to host the 30-day run.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383280"/>
            <a:ext cx="685800" cy="6858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access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the first users and any baseline data we need.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685800" cy="685800"/>
          </a:xfrm>
          <a:prstGeom prst="ellipse">
            <a:avLst/>
          </a:prstGeom>
          <a:solidFill>
            <a:srgbClr val="17813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617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617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support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46177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running one training session to get the first cluster live.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JUDGE Q&amp;A — QUICK ANSWERS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one breath, then stop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Who is your first user?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person/segment in Tagum — not “everyone.”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Why not the manual way?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cheaper, or catches what they miss today.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Who pays, how much?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payer + a rough figure.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2004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337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Doesn’t this already exist?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for Manila/big firms. Our edge is distribution: Taglish, offline, free, Negosyo-Center pilot.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works offline?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runs on-device; syncs when back online.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46177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1B4429"/>
          </a:solidFill>
          <a:ln w="12700">
            <a:solidFill>
              <a:srgbClr val="1781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754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What makes it circular?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waste → converter → value → back to Tagum.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Salamat!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Palengke Loop  ·  turning a Tagum problem into income and resilience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 Name ]   ·   [ email / contact ]   ·   Hackathon Challenge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Hackathon Challenge 2026 team</dc:creator>
  <cp:lastModifiedBy>Hackathon Challenge 2026 team</cp:lastModifiedBy>
  <cp:revision>1</cp:revision>
  <dcterms:created xsi:type="dcterms:W3CDTF">2026-07-10T21:25:32Z</dcterms:created>
  <dcterms:modified xsi:type="dcterms:W3CDTF">2026-07-10T21:25:32Z</dcterms:modified>
</cp:coreProperties>
</file>