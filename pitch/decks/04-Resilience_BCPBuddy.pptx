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project name and the one-liner, then move straight to the hook. Fill team + school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sample story — swap in a real one from your interviews if you have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cost figure with a real number from your research if you can — it makes the impact slide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Strongest structural point: you have a real, verified app. Demo it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until boring. The app runs offline (localStorage) — prefer the live run, keep a screenshot as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vague 'save the environment' language — name the stream, converter, and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primary payer above. Frame revenue as income for local producers, not 'digitalization.'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actual barangay/market you'd start with if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30-day pilot target. Show the live app number growing in the demo, then land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ask,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the printed judge-qa-onepager.md during Q&amp;A. Answer the question, give a local user + number, then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up during Q&amp;A. Fill your contact so interested partners can reach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CHALLENGE 2026  ·  BUSINESS CONTINUITY &amp; DISASTER RESILIENCY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BCP Buddy Tagum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66928" y="3291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Taglish app that gives any Tagum MSME a one-page business continuity plan in under 10 minutes.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5394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area: Business Continuity &amp; Disaster Resiliency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 Name ]  ·  [ School / University 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HOOK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one real Tagum story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463040" y="22402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Aling Nena reopened three weeks after the flood — no plan, no backup cash, no supplier list.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someone in the room could know. Name the barangay. Keep it to 20 seconds.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suffers, and what it costs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Sari-sari stores, eateries, and small shops in Tagum with no disaster plan.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BF3DC"/>
          </a:solidFill>
          <a:ln w="12700">
            <a:solidFill>
              <a:srgbClr val="8A6B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TODAY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Days-to-weeks of lost sales after every storm; many MSMEs never fully recover.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serve Manila consumers, large firms, or ₱50k budgets — none reach this user in Tagum.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working loop — not five half-features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or upload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submits something real — a form, a photo, a reading.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1568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0268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1" name="Text 9"/>
          <p:cNvSpPr/>
          <p:nvPr/>
        </p:nvSpPr>
        <p:spPr>
          <a:xfrm>
            <a:off x="443026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38728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 practical answer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84448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returns a decision they can act on immediately.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4496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83196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6" name="Text 14"/>
          <p:cNvSpPr/>
          <p:nvPr/>
        </p:nvSpPr>
        <p:spPr>
          <a:xfrm>
            <a:off x="7283196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91656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/ export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37376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stored, or exported as a printable one-page report.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07424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36124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21" name="Text 19"/>
          <p:cNvSpPr/>
          <p:nvPr/>
        </p:nvSpPr>
        <p:spPr>
          <a:xfrm>
            <a:off x="1013612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44584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impact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90304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counts one quantified metric that grows.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7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engine is already built and working — we swap the middle for BCP Buddy Tagum, and the rest is done.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loop, live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7680960" cy="4114800"/>
          </a:xfrm>
          <a:prstGeom prst="roundRect">
            <a:avLst>
              <a:gd name="adj" fmla="val 2222"/>
            </a:avLst>
          </a:prstGeom>
          <a:solidFill>
            <a:srgbClr val="E9EFE6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 screenshot of BCP Buddy Tagum or run it live 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95360" y="2194560"/>
            <a:ext cx="457200" cy="4572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897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real Tagum input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0" y="31546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8972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practical answer on screen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95360" y="4114800"/>
            <a:ext cx="457200" cy="4572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8972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— impact number ticks up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95360" y="50749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5074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one-page report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CIRCULAR / RESILIENCE 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 loop, not just an app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risk exposure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named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44952" y="246888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47288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 BCP plan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84448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intervention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46888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recovery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83096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42248" y="246888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244584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1744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Negosyo Center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81744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partner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Circulab funds named value chains — say the stream, the converter, and the pilot partner out loud.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the 2026 theme: “Building resilient and future-ready MSMEs.”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and how much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1781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 / MSME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fee or commission once it saves them money or 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9976" y="20116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8A6B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2286000"/>
            <a:ext cx="548640" cy="548640"/>
          </a:xfrm>
          <a:prstGeom prst="ellipse">
            <a:avLst/>
          </a:prstGeom>
          <a:solidFill>
            <a:srgbClr val="8A6B14"/>
          </a:solidFill>
          <a:ln/>
        </p:spPr>
      </p:sp>
      <p:sp>
        <p:nvSpPr>
          <p:cNvPr id="11" name="Text 9"/>
          <p:cNvSpPr/>
          <p:nvPr/>
        </p:nvSpPr>
        <p:spPr>
          <a:xfrm>
            <a:off x="465429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54296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LGU / partner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54296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Negosyo Center, TCBIC, or a co-op sponsors onboarding &amp; deployment.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11312" y="20116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3C6E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5632" y="2286000"/>
            <a:ext cx="548640" cy="548640"/>
          </a:xfrm>
          <a:prstGeom prst="ellipse">
            <a:avLst/>
          </a:prstGeom>
          <a:solidFill>
            <a:srgbClr val="3C6E71"/>
          </a:solidFill>
          <a:ln/>
        </p:spPr>
      </p:sp>
      <p:sp>
        <p:nvSpPr>
          <p:cNvPr id="16" name="Text 14"/>
          <p:cNvSpPr/>
          <p:nvPr/>
        </p:nvSpPr>
        <p:spPr>
          <a:xfrm>
            <a:off x="848563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85632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/ accelerator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85632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Circulab pilot funding (up to ₱1.3M) or incubator backing to scale.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074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7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payer: DTI / Negosyo Center deploys it in MSME trainings (matches the 2026 theme).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30-DAY TAGUM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prove in one month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9EFE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1 cluster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barangay, market, or co-op via the pilot partner.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9976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9EFE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2–3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54296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loop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54296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log real entries; we watch the metric move.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11312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9EFE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85632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report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85632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quantified result + testimonials for the partner.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only need one cluster and one partner onboarding session.” — keep the ask small and believable.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 that matters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with a ready one-page BCP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waste diverted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8A6B14"/>
          </a:solidFill>
          <a:ln w="12700">
            <a:solidFill>
              <a:srgbClr val="C79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prepared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income unlocked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325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325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mortality reduced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go from demo to pilot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685800" cy="685800"/>
          </a:xfrm>
          <a:prstGeom prst="ellipse">
            <a:avLst/>
          </a:prstGeom>
          <a:solidFill>
            <a:srgbClr val="8A6B1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partner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21488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Negosyo Center, LGU office, market, or co-op to host the 30-day run.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383280"/>
            <a:ext cx="685800" cy="6858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access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33832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the first users and any baseline data we need.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685800" cy="6858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617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4617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support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46177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running one training session to get the first cluster live.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JUDGE Q&amp;A — QUICK ANSWERS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in one breath, then stop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Who is your first user?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named person/segment in Tagum — not “everyone.”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Why not the manual way?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cheaper, or catches what they miss today.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37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Who pays, how much?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payer + a rough figure.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32004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337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Doesn’t this already exist?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for Manila/big firms. Our edge is distribution: Taglish, offline, free, Negosyo-Center pilot.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54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What works offline?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 runs on-device; syncs when back online.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46177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754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What makes it circular?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waste → converter → value → back to Tagum.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Salamat!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Buddy Tagum  ·  turning a Tagum problem into income and resilience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 Name ]   ·   [ email / contact ]   ·   Hackathon Challenge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Hackathon Challenge 2026 team</dc:creator>
  <cp:lastModifiedBy>Hackathon Challenge 2026 team</cp:lastModifiedBy>
  <cp:revision>1</cp:revision>
  <dcterms:created xsi:type="dcterms:W3CDTF">2026-07-10T21:25:32Z</dcterms:created>
  <dcterms:modified xsi:type="dcterms:W3CDTF">2026-07-10T21:25:32Z</dcterms:modified>
</cp:coreProperties>
</file>