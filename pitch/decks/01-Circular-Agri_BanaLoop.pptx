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project name and the one-liner, then move straight to the hook. Fill team + school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sample story — swap in a real one from your interviews if you have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cost figure with a real number from your research if you can — it makes the impact slide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Strongest structural point: you have a real, verified app. Demo it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Rehearse until boring. The app runs offline (localStorage) — prefer the live run, keep a screenshot as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vague 'save the environment' language — name the stream, converter, and 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primary payer above. Frame revenue as income for local producers, not 'digitalization.'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actual barangay/market you'd start with if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30-day pilot target. Show the live app number growing in the demo, then land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ask,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the printed judge-qa-onepager.md during Q&amp;A. Answer the question, give a local user + number, then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up during Q&amp;A. Fill your contact so interested partners can reach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CHALLENGE 2026  ·  CIRCULAR AGRICULTURE &amp; AGRIBUSINESS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BanaLoop Tagum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66928" y="3291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banana byproduct exchange matching Tagum growers to buyers who turn waste into fiber, flour, and packaging.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5394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area: Circular Agriculture &amp; Agribusiness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 Name ]  ·  [ School / University 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HOOK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one real Tagum story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463040" y="22402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Madaum grower burns 120 kg of pseudostem every week — while a fiber maker across town pays ₱6/kg for exactly that.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someone in the room could know. Name the barangay. Keep it to 20 seconds.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suffers, and what it costs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8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 smallholders and aggregators near Tagum who discard pseudostems, leaves, and reject fruit.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96596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BF3DC"/>
          </a:solidFill>
          <a:ln w="12700">
            <a:solidFill>
              <a:srgbClr val="8A6B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TODAY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26060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waste is dumped or sold at a loss — thousands of kilos and pesos wasted per barangay each month.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serve Manila consumers, large firms, or ₱50k budgets — none reach this user in Tagum.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working loop — not five half-features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2468880"/>
            <a:ext cx="640080" cy="64008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or upload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submits something real — a form, a photo, a reading.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1568" y="21945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0268" y="2468880"/>
            <a:ext cx="640080" cy="64008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11" name="Text 9"/>
          <p:cNvSpPr/>
          <p:nvPr/>
        </p:nvSpPr>
        <p:spPr>
          <a:xfrm>
            <a:off x="443026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38728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 practical answer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84448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returns a decision they can act on immediately.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54496" y="21945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83196" y="2468880"/>
            <a:ext cx="640080" cy="64008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16" name="Text 14"/>
          <p:cNvSpPr/>
          <p:nvPr/>
        </p:nvSpPr>
        <p:spPr>
          <a:xfrm>
            <a:off x="7283196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91656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/ export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37376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stored, or exported as a printable one-page report.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07424" y="21945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36124" y="2468880"/>
            <a:ext cx="640080" cy="64008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21" name="Text 19"/>
          <p:cNvSpPr/>
          <p:nvPr/>
        </p:nvSpPr>
        <p:spPr>
          <a:xfrm>
            <a:off x="1013612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44584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impact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90304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counts one quantified metric that grows.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78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engine is already built and working — we swap the middle for BanaLoop Tagum, and the rest is done.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loop, live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7680960" cy="4114800"/>
          </a:xfrm>
          <a:prstGeom prst="roundRect">
            <a:avLst>
              <a:gd name="adj" fmla="val 2222"/>
            </a:avLst>
          </a:prstGeom>
          <a:solidFill>
            <a:srgbClr val="E9EFE6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 screenshot of BanaLoop Tagum or run it live 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95360" y="2194560"/>
            <a:ext cx="457200" cy="45720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897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real Tagum input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0" y="31546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89720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practical answer on screen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95360" y="4114800"/>
            <a:ext cx="457200" cy="45720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8972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 — impact number ticks up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95360" y="50749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89720" y="5074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one-page report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THE CIRCULAR / RESILIENCE ANGLE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a loop, not just an app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Pseudostem / reject fruit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named stream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44952" y="246888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47288" y="24688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Fiber &amp; flour makers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84448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246888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24688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₱6/kg income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83096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created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42248" y="246888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244584" y="24688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81744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Barangay cluster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81744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partner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Circulab funds named value chains — say the stream, the converter, and the pilot partner out loud.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with the 2026 theme: “Building resilient and future-ready MSMEs.”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pays, and how much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1781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user / MSME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fee or commission once it saves them money or time.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79976" y="20116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8A6B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4296" y="2286000"/>
            <a:ext cx="548640" cy="548640"/>
          </a:xfrm>
          <a:prstGeom prst="ellipse">
            <a:avLst/>
          </a:prstGeom>
          <a:solidFill>
            <a:srgbClr val="8A6B14"/>
          </a:solidFill>
          <a:ln/>
        </p:spPr>
      </p:sp>
      <p:sp>
        <p:nvSpPr>
          <p:cNvPr id="11" name="Text 9"/>
          <p:cNvSpPr/>
          <p:nvPr/>
        </p:nvSpPr>
        <p:spPr>
          <a:xfrm>
            <a:off x="4654296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54296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LGU / partner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54296" y="3611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Negosyo Center, TCBIC, or a co-op sponsors onboarding &amp; deployment.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11312" y="20116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3C6E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5632" y="2286000"/>
            <a:ext cx="548640" cy="548640"/>
          </a:xfrm>
          <a:prstGeom prst="ellipse">
            <a:avLst/>
          </a:prstGeom>
          <a:solidFill>
            <a:srgbClr val="3C6E71"/>
          </a:solidFill>
          <a:ln/>
        </p:spPr>
      </p:sp>
      <p:sp>
        <p:nvSpPr>
          <p:cNvPr id="16" name="Text 14"/>
          <p:cNvSpPr/>
          <p:nvPr/>
        </p:nvSpPr>
        <p:spPr>
          <a:xfrm>
            <a:off x="848563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85632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 / accelerator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85632" y="3611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Circulab pilot funding (up to ₱1.3M) or incubator backing to scale.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074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78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payer: the MSME/maker pays a small match commission once it saves them sourcing cost.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30-DAY TAGUM PILOT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 prove in one month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E9EFE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8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1 cluster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barangay, market, or co-op via the pilot partner.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79976" y="20574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E9EFE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296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8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2–3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54296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loop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54296" y="3474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log real entries; we watch the metric move.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11312" y="20574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E9EFE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8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85632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report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85632" y="3474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quantified result + testimonials for the partner.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only need one cluster and one partner onboarding session.” — keep the ask small and believable.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number that matters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2,340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banana waste diverted / month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49377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8A6B14"/>
          </a:solidFill>
          <a:ln w="12700">
            <a:solidFill>
              <a:srgbClr val="C79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waste diverted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03320" y="49377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prepared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49377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income unlocked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32520" y="49377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325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mortality reduced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go from demo to pilot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685800" cy="685800"/>
          </a:xfrm>
          <a:prstGeom prst="ellipse">
            <a:avLst/>
          </a:prstGeom>
          <a:solidFill>
            <a:srgbClr val="8A6B1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2148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partner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0" y="21488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Negosyo Center, LGU office, market, or co-op to host the 30-day run.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383280"/>
            <a:ext cx="685800" cy="68580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383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access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33832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the first users and any baseline data we need.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617720"/>
            <a:ext cx="685800" cy="68580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617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4617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support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46177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running one training session to get the first cluster live.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3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JUDGE Q&amp;A — QUICK ANSWERS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in one breath, then stop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Who is your first user?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named person/segment in Tagum — not “everyone.”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Why not the manual way?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cheaper, or catches what they miss today.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37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Who pays, how much?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payer + a rough figure.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32004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337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Doesn’t this already exist?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for Manila/big firms. Our edge is distribution: Taglish, offline, free, Negosyo-Center pilot.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54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What works offline?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166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 runs on-device; syncs when back online.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46177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754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What makes it circular?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5166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waste → converter → value → back to Tagum.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Salamat!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BanaLoop Tagum  ·  turning a Tagum problem into income and resilience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 Name ]   ·   [ email / contact ]   ·   Hackathon Challenge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Hackathon Challenge 2026 team</dc:creator>
  <cp:lastModifiedBy>Hackathon Challenge 2026 team</cp:lastModifiedBy>
  <cp:revision>1</cp:revision>
  <dcterms:created xsi:type="dcterms:W3CDTF">2026-07-10T21:25:32Z</dcterms:created>
  <dcterms:modified xsi:type="dcterms:W3CDTF">2026-07-10T21:25:32Z</dcterms:modified>
</cp:coreProperties>
</file>