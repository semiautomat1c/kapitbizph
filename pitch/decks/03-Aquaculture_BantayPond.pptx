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project name and the one-liner, then move straight to the hook. Fill team + school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sample story — swap in a real one from your interviews if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cost figure with a real number from your research if you can — it makes the impact slide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structural point: you have a real, verified app. Demo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until boring. The app runs offline (localStorage) — prefer the live run, keep a screenshot as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'save the environment' language — name the stream, converter, and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primary payer above. Frame revenue as income for local producers, not 'digitalization.'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actual barangay/market you'd start with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30-day pilot target. Show the live app number growing in the demo, then land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printed judge-qa-onepager.md during Q&amp;A. Answer the question, give a local user + number,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Q&amp;A. Fill your contact so interested partners can reach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 2026  ·  AQUACULTURE &amp; FISHERIES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BantayPond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water-quality alert kit for small Tagum fishpond operators — fewer die-offs, better harvests.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area: Aquaculture &amp; Fisheries Innovation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·  [ School / University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real Tagum story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Bincungan operator lost a full tilapia cycle to a pH crash he only found out about the morning after.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someone in the room could know. Name the barangay. Keep it to 20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suffers, and what it costs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Backyard and small commercial fishpond operators around Tagum.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BF3DC"/>
          </a:solidFill>
          <a:ln w="12700">
            <a:solidFill>
              <a:srgbClr val="8A6B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undetected pH or oxygen crash can wipe an entire cycle — tens of thousands of pesos in stock.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serve Manila consumers, large firms, or ₱50k budgets — none reach this user in Tagum.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working loop — not five half-features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or upload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submits something real — a form, a photo, a reading.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0268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1" name="Text 9"/>
          <p:cNvSpPr/>
          <p:nvPr/>
        </p:nvSpPr>
        <p:spPr>
          <a:xfrm>
            <a:off x="443026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38728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practical answer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returns a decision they can act on immediately.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3196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6" name="Text 14"/>
          <p:cNvSpPr/>
          <p:nvPr/>
        </p:nvSpPr>
        <p:spPr>
          <a:xfrm>
            <a:off x="728319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/ export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37376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stored, or exported as a printable one-page report.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07424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36124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612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44584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impact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90304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counts one quantified metric that grows.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is already built and working — we swap the middle for BantayPond, and the rest is done.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loop, live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680960" cy="4114800"/>
          </a:xfrm>
          <a:prstGeom prst="roundRect">
            <a:avLst>
              <a:gd name="adj" fmla="val 2222"/>
            </a:avLst>
          </a:prstGeom>
          <a:solidFill>
            <a:srgbClr val="E9EFE6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screenshot of BantayPond or run it live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0" y="219456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897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real Tagum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897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practical answer on screen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411480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897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— impact number ticks 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50749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one-page report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CIRCULAR / RESILIENCE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loop, not just an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risk (pH / DO)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4952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47288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alert + advice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84448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harvest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3096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48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44584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Co-op / BUGSAI TBI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1744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funds named value chains — say the stream, the converter, and the pilot partner out loud.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the 2026 theme: “Building resilient and future-ready MSMEs.”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how much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1781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/ MSME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 or commission once it saves them money or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8A6B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286000"/>
            <a:ext cx="548640" cy="54864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LGU / partner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Negosyo Center, TCBIC, or a co-op sponsors onboarding &amp; deployment.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11312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3C6E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286000"/>
            <a:ext cx="548640" cy="548640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5632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/ accelerator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pilot funding (up to ₱1.3M) or incubator backing to scale.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payer: BUGSAI TBI / co-op backing (blue economy); kit sold at 25–30% of market price.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30-DAY TAGUM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prove in one month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 cluster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barangay, market, or co-op via the pilot partner.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9976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2–3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54296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log real entries; we watch the metric move.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11312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85632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quantified result + testimonials for the partner.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only need one cluster and one partner onboarding session.” — keep the ask small and believable.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risk reduced per cycle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waste diverted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prepared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income unlocked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8A6B14"/>
          </a:solidFill>
          <a:ln w="12700">
            <a:solidFill>
              <a:srgbClr val="C79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mortality reduced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go from demo to pilot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85800" cy="68580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partner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Negosyo Center, LGU office, market, or co-op to host the 30-day run.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the first users and any baseline data we need.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17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support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running one training session to get the first cluster live.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JUDGE Q&amp;A — QUICK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one breath, then 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is your first user?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person/segment in Tagum — not “everyone.”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Why not the manual way?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cheaper, or catches what they miss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pays, how much?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payer + a rough figure.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Doesn’t this already exist?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for Manila/big firms. Our edge is distribution: Taglish, offline, free, Negosyo-Center pilot.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works offline?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runs on-device; syncs when back online.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makes it circular?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waste → converter → value → back to Tagum.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Salamat!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BantayPond  ·  turning a Tagum problem into income and resilience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 ·   [ email / contact ]   ·   Hackathon Challenge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Hackathon Challenge 2026 team</dc:creator>
  <cp:lastModifiedBy>Hackathon Challenge 2026 team</cp:lastModifiedBy>
  <cp:revision>1</cp:revision>
  <dcterms:created xsi:type="dcterms:W3CDTF">2026-07-10T21:25:32Z</dcterms:created>
  <dcterms:modified xsi:type="dcterms:W3CDTF">2026-07-10T21:25:32Z</dcterms:modified>
</cp:coreProperties>
</file>